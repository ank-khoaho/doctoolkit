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3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5" /><Relationship Type="http://schemas.openxmlformats.org/officeDocument/2006/relationships/theme" Target="/ppt/theme/theme1.xml" Id="rId4" /><Relationship Type="http://schemas.openxmlformats.org/officeDocument/2006/relationships/slide" Target="/ppt/slides/slide1.xml" Id="rId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4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35000" y="635000"/>
            <a:ext cx="5080000" cy="1270000"/>
          </a:xfrm>
          <a:prstGeom prst="rect">
            <a:avLst/>
          </a:prstGeom>
        </p:spPr>
        <p:txBody>
          <a:bodyPr rtlCol="0" anchor="ctr"/>
          <a:lstStyle/>
          <a:p>
            <a:pPr algn="l"/>
            <a:r>
              <a:rPr lang="en-US" sz="1400" dirty="0"/>
              <a:t>Hello {{who}}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Widescreen</ap:PresentationFormat>
  <ap:Paragraphs>0</ap:Paragraphs>
  <ap:Slides>0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ap:HeadingPairs>
  <ap:TitlesOfParts>
    <vt:vector baseType="lpstr" size="4">
      <vt:lpstr>Arial</vt:lpstr>
      <vt:lpstr>Calibri</vt:lpstr>
      <vt:lpstr>Calibri Light</vt:lpstr>
      <vt:lpstr>Office Theme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Adam Shakhabov</lastModifiedBy>
  <revision>2</revision>
  <dcterms:created xsi:type="dcterms:W3CDTF">2023-07-09T20:28:40.0000000Z</dcterms:created>
  <dcterms:modified xsi:type="dcterms:W3CDTF">2026-07-29T11:04:07.6430283Z</dcterms:modified>
</coreProperties>
</file>